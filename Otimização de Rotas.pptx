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88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6630E4-15ED-4C54-98E7-5F658A2ED8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C876687-CE16-4938-9AE7-DB31E73C29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0CD6B8-AB55-4F57-9423-7E36FF3C02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E782321-E927-4E45-833D-C71251D975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7F0703D-BBF6-4C35-9FB6-0539B3F071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362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072DE-433A-45DF-9F4F-4720E89BB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F6574B6-5CB3-435D-B087-D8F5CC7A4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30B7255-3A3A-4D27-8E79-B40551B59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0760D66-3CE2-4874-ABA0-4FF043F364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BB01D1-1BA0-43F4-989C-878B931095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3948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4FC20-E74C-4315-B446-EDA9C0D35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3DF33CB-0236-4E46-81CD-5254EE05A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18E451-49A8-4CFF-9479-99F829A54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B2C4E8-077A-48AF-8922-C84C997D5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78B40B-2767-4651-8163-E712AB263A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457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759691-25E6-4E0A-8059-7FAC1E291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3193222-52A5-45C1-B993-E2E3771E82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9840C13-8904-4235-88E1-67A7580D47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0A291AA-2A9C-4FA9-9BCD-689DC4DCE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504221E-2B0C-47CD-AB5C-23E8F2E09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6704409-3FCB-487B-86CE-74D8A0B65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0988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EA4FB85-ADC7-4C10-A6BE-2F7E7D2C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297EFAFF-C234-4264-B6E1-CBB35C3E8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8682900-E7BB-480E-8153-7381157AA6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25D8F0D-B9C2-4756-8CC8-2CD64E98A6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9ADE5780-9A58-4656-8D9F-5D71709947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1B45F0E0-219E-4EE7-9F6D-11E5D0B34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F6EC580-54A0-4DFC-A608-8726E1881C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7EB7F41-1BB4-4CA0-B48E-0876818997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90884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014F74-D725-49F1-B546-11A0A16F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BC779F1-9E35-4E3A-AB99-50888CD8C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1972398-854A-4E36-B00A-15E2461A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BD2B183-CBEE-4E18-BDE3-DB13222A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55033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1301F4-DD21-4526-A182-5A42A1225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E6ED4A7-AA0D-4FD9-8204-E6ED41272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4D4CD64-B5B4-4CC2-BA28-78D89484E5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4938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9B849B9-C5BD-4D91-9F42-35BA2899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75B30C5-5E67-42B0-B4D8-F2C9D1DF44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C4E2793-201E-4230-BEE7-6B853D0192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F45A3D5-FEB1-4A71-BEE2-2A4FCEFCA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76E9B4F-24F4-4DB1-B54B-A22232E5B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7D41289-AF58-4B7B-B480-A1C16A9C2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967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6C786-3CFD-44FB-BB0B-EFCC89C25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7CB25E70-0588-429C-AFD3-039E3AE060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F697E13-CDB5-4BBD-8F11-EA4A014038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5E61866-F4AE-47C2-B657-076E0C451F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DE5C174-6E87-461C-8813-09C5F6CA6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D937676-BEB8-46BD-9391-FBDB71AB5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59493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B6E962-FB4B-4D47-B69D-4000529AA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D3F5D6-6B6B-4DFF-B52E-74F294D19E0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3F4FF1-566A-4D0E-935D-1E6F05E59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78CDAFA-A3FC-42A7-AC84-35BED963F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E73749D-C221-449F-B0F9-373D9BDB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48135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4D9BE2F-9354-417C-81CB-219E21C135E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FE53731-EE4F-411D-A0FE-685EF79025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2AB12B-FC09-4B13-BFB9-4A4CA1E3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31C19D-EEC0-4D6C-B780-F7B3963AE3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AE531F6-6D09-44BE-80A4-E923F07EB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12296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B56F70B-1B0F-47FC-90A4-447D942478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4B65A83-FAD6-4782-B321-45EE2851EC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36E216A-2A74-43F6-88A8-C63D7A515F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23350C-8789-4531-8FA1-ADCAC0ED6F1C}" type="datetimeFigureOut">
              <a:rPr lang="pt-BR" smtClean="0"/>
              <a:t>23/06/2026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B532247-1702-43D2-BD80-F9C1253FF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0982675-0CB3-4454-A8B2-93E1664E9B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48467-2768-40A7-BAFD-B60DEAB6333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47203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2ADA66-9DC4-4974-BE37-EDEA992E1B9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BAE721C-498F-4612-AE50-EB03B6B877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A683CA-EC9F-4C7B-883F-47FF3DF04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436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03E9C4-E57F-4CBA-AD60-112258AE0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226816-386C-46A5-9C70-D1CAE1D18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583983-FC25-4DE4-BC6D-741D82C9D8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" y="0"/>
            <a:ext cx="1216342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515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3F262-6540-4578-9267-BDB365BBD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5405BA-88D9-4DBD-9F78-0B35F6159E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579BEA7-46A7-48E2-971A-31B331034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5" y="9047"/>
            <a:ext cx="12174649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81572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46B0E3-8081-4FD3-952A-C45561F470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C7A3F04-4E7E-4563-96A4-C1DBD4FFA8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B1F375B-0109-41C3-9C2C-BA0AD1825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2" y="9047"/>
            <a:ext cx="12184175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0547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7974B0-F3B7-432B-A0D8-AFB4B9FED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A51941B-ACFF-47F8-A054-9480E04865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E04AEF40-F8C5-44F9-A835-A99DD3A4B8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9047"/>
            <a:ext cx="12165123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2049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FE7A5-8234-45F2-8553-C95AB2B67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A7A5B8C-6AD6-44B8-A32A-4B17258D7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DF85745-B947-467F-96EE-1E57616221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9047"/>
            <a:ext cx="12165123" cy="6839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9966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9982BE-0B92-4720-AC06-4474B71B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A707D8-ED53-4809-A3EA-0F9E86850E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B9435F4-F363-4191-A88A-1412ED803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13811"/>
            <a:ext cx="12165123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7300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97E617E-C00E-4A50-992B-00E7510EB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D048FDB-37D0-4092-95EE-42F1A9622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F241397-C051-4B93-9476-D0B409619B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02" y="13811"/>
            <a:ext cx="12155596" cy="6830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4195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65328-12D5-46F6-8344-E28A39CF7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FDFED18-58A6-4077-9491-B2877D7D8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A4E6FE6-D74A-4F0A-91B0-72EE6D068F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28" y="4284"/>
            <a:ext cx="12136544" cy="6849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33738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EC3198-DFFC-480F-96C1-48D7D540D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8F42D6-E6D8-4071-8A4F-1D0B9D2C40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728973A-8DB3-46E7-9359-4619A53305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8" y="23337"/>
            <a:ext cx="12165123" cy="6811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0152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Aluno</dc:creator>
  <cp:lastModifiedBy>Aluno</cp:lastModifiedBy>
  <cp:revision>1</cp:revision>
  <dcterms:created xsi:type="dcterms:W3CDTF">2026-06-23T23:34:19Z</dcterms:created>
  <dcterms:modified xsi:type="dcterms:W3CDTF">2026-06-23T23:35:01Z</dcterms:modified>
</cp:coreProperties>
</file>